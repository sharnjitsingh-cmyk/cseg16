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11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25"/>
            <a:ext cx="12188952" cy="6858000"/>
          </a:xfrm>
          <a:prstGeom prst="rect">
            <a:avLst/>
          </a:prstGeom>
          <a:solidFill>
            <a:srgbClr val="0B3D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Before Coding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51937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51937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51937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51937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64040" y="51937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38360" y="5212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Problem Solving?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language — C, C++, Java, Python — is only a tool.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don't understand the problem, knowing the language won't give us the correct solution.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problem?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or task where we have a goal to achieve but need to determine the steps or method to reach that goal.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problem-solving skills?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is mainly about converting a real problem into a sequence of precise instructions a computer can execute.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687576" cy="105156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34840"/>
            <a:ext cx="1797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31744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059176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3296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300728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14848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542280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56400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783832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97952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025384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39504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9266936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481056" y="4434840"/>
            <a:ext cx="1131824" cy="105156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08488" y="4434840"/>
            <a:ext cx="107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we trying to solve?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9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stating what needs to be solved and what the desired result is. It removes ambiguity and gives us a clear target.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56432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BE4E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4564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Vague:  </a:t>
            </a:r>
            <a:r>
              <a:rPr lang="en-US" sz="1200" i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"Students are getting low marks."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2910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DCF3E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Clearer:  </a:t>
            </a:r>
            <a:r>
              <a:rPr lang="en-US" sz="1200" i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"Determine the average marks of a student from five subject marks."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problem definition contains: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85800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or objective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72491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858000" y="27066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description of required input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3467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858000" y="33284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description of expected output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9684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858000" y="39502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requirements or boundaries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45902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85800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statement everyone understands the same way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problem into smaller parts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9222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input?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9222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11" name="Text 9"/>
          <p:cNvSpPr/>
          <p:nvPr/>
        </p:nvSpPr>
        <p:spPr>
          <a:xfrm>
            <a:off x="6812280" y="1645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required output?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5694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15" name="Text 13"/>
          <p:cNvSpPr/>
          <p:nvPr/>
        </p:nvSpPr>
        <p:spPr>
          <a:xfrm>
            <a:off x="1143000" y="2423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processing or calculation is required?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5694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19" name="Text 17"/>
          <p:cNvSpPr/>
          <p:nvPr/>
        </p:nvSpPr>
        <p:spPr>
          <a:xfrm>
            <a:off x="6812280" y="2423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or conditions apply?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4670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23" name="Text 21"/>
          <p:cNvSpPr/>
          <p:nvPr/>
        </p:nvSpPr>
        <p:spPr>
          <a:xfrm>
            <a:off x="1143000" y="3200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constraints or limitations exist?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34670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64" dirty="0"/>
          </a:p>
        </p:txBody>
      </p:sp>
      <p:sp>
        <p:nvSpPr>
          <p:cNvPr id="27" name="Text 25"/>
          <p:cNvSpPr/>
          <p:nvPr/>
        </p:nvSpPr>
        <p:spPr>
          <a:xfrm>
            <a:off x="6812280" y="3200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problem be divided into more smaller tasks?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4123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64" dirty="0"/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Analysis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Calculate the Average of 5 marks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3449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6344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83130" y="1719072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03170" y="1737360"/>
            <a:ext cx="163449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503170" y="1737360"/>
            <a:ext cx="16344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37660" y="1719072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57700" y="1737360"/>
            <a:ext cx="163449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57700" y="1737360"/>
            <a:ext cx="16344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total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92190" y="1719072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12230" y="1737360"/>
            <a:ext cx="1634490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12230" y="1737360"/>
            <a:ext cx="16344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problem: Calculate the average.  Breakdown shown above.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0B3D3F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233172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states WHAT the problem is.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investigates HOW it is structured — inputs, outputs, processing, conditions, constraints, and smaller tasks.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7498080" cy="2514600"/>
          </a:xfrm>
          <a:prstGeom prst="roundRect">
            <a:avLst>
              <a:gd name="adj" fmla="val 2909"/>
            </a:avLst>
          </a:prstGeom>
          <a:solidFill>
            <a:srgbClr val="F4F9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20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break a problem into smaller parts?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parts are easier to understand, design, test and implement than one large task.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vs.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clarifies WHAT the problem is; analysis investigates HOW it's structured — inputs, outputs, processing, conditions, constraints and smaller tasks.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Problem-Solving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 for solving a problem, once it is understood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Error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different routes when one route is blocked.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5166360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large program into smaller functions.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915400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maze from the exit toward the entrance.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1417320" y="4087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every combination for a small search space.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114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5166360" y="4087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8006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2, 4, 6, 8 follows a +2 pattern.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114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8915400" y="4087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8006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logic from a previous marks program.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sequence of clear, step-by-step instructions to solve a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 the larger of two numbers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243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and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912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and 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58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7581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&gt; B, display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251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display 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892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0B3D3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 matters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should be precise and unambiguous — a step should have only one reasonable interpretation. Different people should understand it the same way.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337560"/>
            <a:ext cx="4846320" cy="0"/>
          </a:xfrm>
          <a:prstGeom prst="line">
            <a:avLst/>
          </a:prstGeom>
          <a:noFill/>
          <a:ln w="12700">
            <a:solidFill>
              <a:srgbClr val="1E5F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algorithm have 1000 steps?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886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as long as the steps are finite, clear and effective. Finiteness means it eventually terminates, not that it must be short.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 Good Algorithm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1618488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618488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8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identifies required input, if any.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4407408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8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clearly defined result.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196328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196328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8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precise and unambiguous.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4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985248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985248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8" dirty="0"/>
          </a:p>
        </p:txBody>
      </p:sp>
      <p:sp>
        <p:nvSpPr>
          <p:cNvPr id="21" name="Text 19"/>
          <p:cNvSpPr/>
          <p:nvPr/>
        </p:nvSpPr>
        <p:spPr>
          <a:xfrm>
            <a:off x="90525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eventually stop after a finite number of steps.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43100" y="3749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0A896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12948" y="3977640"/>
            <a:ext cx="512064" cy="512064"/>
          </a:xfrm>
          <a:prstGeom prst="ellipse">
            <a:avLst/>
          </a:prstGeom>
          <a:solidFill>
            <a:srgbClr val="0B3D3F"/>
          </a:solidFill>
          <a:ln/>
        </p:spPr>
      </p:sp>
      <p:sp>
        <p:nvSpPr>
          <p:cNvPr id="25" name="Text 23"/>
          <p:cNvSpPr/>
          <p:nvPr/>
        </p:nvSpPr>
        <p:spPr>
          <a:xfrm>
            <a:off x="3012948" y="3977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8" dirty="0"/>
          </a:p>
        </p:txBody>
      </p:sp>
      <p:sp>
        <p:nvSpPr>
          <p:cNvPr id="26" name="Text 24"/>
          <p:cNvSpPr/>
          <p:nvPr/>
        </p:nvSpPr>
        <p:spPr>
          <a:xfrm>
            <a:off x="208026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25980" y="4937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should be practical and executable.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2020" y="3749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0A896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01868" y="3977640"/>
            <a:ext cx="512064" cy="512064"/>
          </a:xfrm>
          <a:prstGeom prst="ellipse">
            <a:avLst/>
          </a:prstGeom>
          <a:solidFill>
            <a:srgbClr val="0B3D3F"/>
          </a:solidFill>
          <a:ln/>
        </p:spPr>
      </p:sp>
      <p:sp>
        <p:nvSpPr>
          <p:cNvPr id="30" name="Text 28"/>
          <p:cNvSpPr/>
          <p:nvPr/>
        </p:nvSpPr>
        <p:spPr>
          <a:xfrm>
            <a:off x="5801868" y="3977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68" dirty="0"/>
          </a:p>
        </p:txBody>
      </p:sp>
      <p:sp>
        <p:nvSpPr>
          <p:cNvPr id="31" name="Text 29"/>
          <p:cNvSpPr/>
          <p:nvPr/>
        </p:nvSpPr>
        <p:spPr>
          <a:xfrm>
            <a:off x="48691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4900" y="4937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intended result for valid inputs.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20940" y="3749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0A896">
              <a:alpha val="9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90788" y="3977640"/>
            <a:ext cx="512064" cy="512064"/>
          </a:xfrm>
          <a:prstGeom prst="ellipse">
            <a:avLst/>
          </a:prstGeom>
          <a:solidFill>
            <a:srgbClr val="0B3D3F"/>
          </a:solidFill>
          <a:ln/>
        </p:spPr>
      </p:sp>
      <p:sp>
        <p:nvSpPr>
          <p:cNvPr id="35" name="Text 33"/>
          <p:cNvSpPr/>
          <p:nvPr/>
        </p:nvSpPr>
        <p:spPr>
          <a:xfrm>
            <a:off x="8590788" y="3977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68" dirty="0"/>
          </a:p>
        </p:txBody>
      </p:sp>
      <p:sp>
        <p:nvSpPr>
          <p:cNvPr id="36" name="Text 34"/>
          <p:cNvSpPr/>
          <p:nvPr/>
        </p:nvSpPr>
        <p:spPr>
          <a:xfrm>
            <a:off x="765810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03820" y="4937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solves a class of similar problems, not one fixed example.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676</Words>
  <Application>Microsoft Office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7</cp:revision>
  <dcterms:created xsi:type="dcterms:W3CDTF">2026-08-18T04:31:06Z</dcterms:created>
  <dcterms:modified xsi:type="dcterms:W3CDTF">2026-08-18T11:37:47Z</dcterms:modified>
</cp:coreProperties>
</file>